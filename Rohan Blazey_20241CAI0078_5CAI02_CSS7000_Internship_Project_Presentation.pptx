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63" r:id="rId6"/>
    <p:sldId id="265" r:id="rId7"/>
    <p:sldId id="270" r:id="rId8"/>
    <p:sldId id="271" r:id="rId9"/>
    <p:sldId id="264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0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24/08/2026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Asst.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Prof.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John Bennet J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Artificial Intelligence &amp; Advanced Computing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 AI Summer Internship Program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Prof. Zafar Ali Khan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 Mr. Anandan 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 Dr.  Geetha Arjunan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CSS7000 - INTERNSHIP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 Presentation 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Bharat Study Chatbot: </a:t>
            </a: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 Enterprise Based AI Study Companion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ROHAN BLAZEY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20241CAI0078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5CAI02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91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domain, technology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lvl="0"/>
            <a:r>
              <a:rPr lang="en-IN" dirty="0"/>
              <a:t>NVIDIA Accelerated AI Centre of Excellence </a:t>
            </a:r>
          </a:p>
          <a:p>
            <a:pPr lvl="0"/>
            <a:r>
              <a:rPr lang="en-IN" dirty="0"/>
              <a:t>NVIDIA - Leading AI and GPU Computing Company </a:t>
            </a:r>
          </a:p>
          <a:p>
            <a:pPr lvl="0"/>
            <a:r>
              <a:rPr lang="en-IN" dirty="0"/>
              <a:t>Focus: Accelerating AI, HPC, and Deep Learning </a:t>
            </a:r>
          </a:p>
          <a:p>
            <a:pPr lvl="0"/>
            <a:r>
              <a:rPr lang="en-IN" dirty="0"/>
              <a:t>NVIDIA H200 GPU: Advanced AI Accelerator with Hopper Architecture </a:t>
            </a:r>
          </a:p>
          <a:p>
            <a:pPr lvl="0"/>
            <a:r>
              <a:rPr lang="en-IN" dirty="0"/>
              <a:t>Applications: ML, DL, Computer Vision, NLP, Generative AI </a:t>
            </a:r>
          </a:p>
          <a:p>
            <a:pPr lvl="0"/>
            <a:r>
              <a:rPr lang="en-IN" dirty="0"/>
              <a:t>Mission: Supporting next-generation AI infrastructure and education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domain,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0"/>
            <a:r>
              <a:rPr lang="en-IN" dirty="0"/>
              <a:t>Domain: Educational AI &amp; Natural Language Processing </a:t>
            </a:r>
          </a:p>
          <a:p>
            <a:pPr lvl="0"/>
            <a:r>
              <a:rPr lang="en-IN" dirty="0"/>
              <a:t>Enterprise-Grade Retrieval-Augmented Generation (RAG)</a:t>
            </a:r>
          </a:p>
          <a:p>
            <a:pPr lvl="0"/>
            <a:r>
              <a:rPr lang="en-IN" dirty="0"/>
              <a:t>Hybrid Search Pipeline combining Semantic Vectors (</a:t>
            </a:r>
            <a:r>
              <a:rPr lang="en-IN" dirty="0" err="1"/>
              <a:t>ChromaDB</a:t>
            </a:r>
            <a:r>
              <a:rPr lang="en-IN" dirty="0"/>
              <a:t>) and Lexical Matching (BM25)</a:t>
            </a:r>
          </a:p>
          <a:p>
            <a:pPr lvl="0"/>
            <a:r>
              <a:rPr lang="en-IN" dirty="0"/>
              <a:t>Real-Time API Orchestration for Current Affairs Aggregation</a:t>
            </a:r>
          </a:p>
          <a:p>
            <a:pPr lvl="0"/>
            <a:r>
              <a:rPr lang="en-IN" dirty="0"/>
              <a:t>Neural Machine Translation across 12 Regional Indian Languages</a:t>
            </a:r>
          </a:p>
          <a:p>
            <a:pPr lvl="0"/>
            <a:r>
              <a:rPr lang="en-IN" dirty="0"/>
              <a:t>Interactive Web Application Development </a:t>
            </a:r>
          </a:p>
          <a:p>
            <a:pPr lvl="0"/>
            <a:r>
              <a:rPr lang="en-IN" dirty="0"/>
              <a:t>CUDA &amp; GPU-Accelerated Computing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verview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Project: Bharat Study Chatbot – An AI Study Companion</a:t>
            </a:r>
          </a:p>
          <a:p>
            <a:pPr lvl="0"/>
            <a:r>
              <a:rPr lang="en-IN" dirty="0"/>
              <a:t>Team Structure: Individual Project - Rohan Blazey </a:t>
            </a:r>
          </a:p>
          <a:p>
            <a:pPr lvl="0"/>
            <a:r>
              <a:rPr lang="en-IN" dirty="0"/>
              <a:t>Mentorship: NVIDIA AI Centre of Excellence </a:t>
            </a:r>
          </a:p>
          <a:p>
            <a:pPr lvl="0"/>
            <a:r>
              <a:rPr lang="en-IN" dirty="0"/>
              <a:t>Supervisor: Asst. Prof. John Bennet J</a:t>
            </a:r>
          </a:p>
          <a:p>
            <a:pPr lvl="0"/>
            <a:r>
              <a:rPr lang="en-IN" dirty="0"/>
              <a:t>Technologies: Next.js, </a:t>
            </a:r>
            <a:r>
              <a:rPr lang="en-IN" dirty="0" err="1"/>
              <a:t>FastAPI</a:t>
            </a:r>
            <a:r>
              <a:rPr lang="en-IN" dirty="0"/>
              <a:t>, Python, </a:t>
            </a:r>
            <a:r>
              <a:rPr lang="en-IN" dirty="0" err="1"/>
              <a:t>ChromaDB</a:t>
            </a:r>
            <a:r>
              <a:rPr lang="en-IN" dirty="0"/>
              <a:t>, Hugging Face</a:t>
            </a:r>
          </a:p>
          <a:p>
            <a:pPr lvl="0"/>
            <a:r>
              <a:rPr lang="en-IN" dirty="0"/>
              <a:t>Infrastructure: The infrastructure operates as a zero-cost Edge AI system running entirely on a local laptop CPU and Wi-Fi network, with cross-device accessibility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Automate educational assessment workflows </a:t>
            </a:r>
          </a:p>
          <a:p>
            <a:pPr lvl="0"/>
            <a:r>
              <a:rPr lang="en-IN" dirty="0"/>
              <a:t>Provide absolute factual determinism by eliminating AI hallucinations in competitive exam preparation (UPSC, NDA, GATE).</a:t>
            </a:r>
          </a:p>
          <a:p>
            <a:pPr lvl="0"/>
            <a:r>
              <a:rPr lang="en-IN" dirty="0"/>
              <a:t>Ensure computational sovereignty and zero recurring costs by utilizing local, open-source LLMs (Llama-3.2-3.8B).</a:t>
            </a:r>
          </a:p>
          <a:p>
            <a:pPr lvl="0"/>
            <a:r>
              <a:rPr lang="en-IN" dirty="0"/>
              <a:t>Bridge India's digital and linguistic divide via a low-latency, 12-language localization pipeline.</a:t>
            </a:r>
          </a:p>
          <a:p>
            <a:pPr lvl="0"/>
            <a:r>
              <a:rPr lang="en-IN" dirty="0"/>
              <a:t>Deploy a universally accessible Progressive Web Application (PWA) to serve resource-constrained mobile hardware in rural demographics.</a:t>
            </a:r>
          </a:p>
          <a:p>
            <a:pPr lvl="0"/>
            <a:r>
              <a:rPr lang="en-IN" dirty="0"/>
              <a:t>Demonstrate practical AI/ML application in EdTech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B2264-2444-834A-7E85-E7D089E9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24-08-2026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0F944-B514-843C-6F1E-0240A5C6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7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CE51A-FE0A-B786-A06E-69AEE9C1C5A0}"/>
              </a:ext>
            </a:extLst>
          </p:cNvPr>
          <p:cNvSpPr txBox="1"/>
          <p:nvPr/>
        </p:nvSpPr>
        <p:spPr>
          <a:xfrm>
            <a:off x="98612" y="0"/>
            <a:ext cx="10766612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Frontend Specifications</a:t>
            </a:r>
          </a:p>
          <a:p>
            <a:pPr lvl="0"/>
            <a:r>
              <a:rPr lang="en-IN" dirty="0"/>
              <a:t>Framework: Next.js (React.js) with App Router</a:t>
            </a:r>
          </a:p>
          <a:p>
            <a:pPr lvl="0"/>
            <a:r>
              <a:rPr lang="en-IN" dirty="0"/>
              <a:t>Language and Styling: TypeScript / JavaScript  and CSS</a:t>
            </a:r>
          </a:p>
          <a:p>
            <a:pPr lvl="0"/>
            <a:r>
              <a:rPr lang="en-IN" dirty="0"/>
              <a:t>Native Web APIs: Web Speech API (for Text-to-Speech audio generation)</a:t>
            </a:r>
          </a:p>
          <a:p>
            <a:pPr lvl="0"/>
            <a:endParaRPr lang="en-IN" dirty="0"/>
          </a:p>
          <a:p>
            <a:r>
              <a:rPr lang="en-IN" b="1" dirty="0"/>
              <a:t>Backend Specifications</a:t>
            </a:r>
          </a:p>
          <a:p>
            <a:pPr lvl="0"/>
            <a:r>
              <a:rPr lang="en-IN" dirty="0"/>
              <a:t>Framework: </a:t>
            </a:r>
            <a:r>
              <a:rPr lang="en-IN" dirty="0" err="1"/>
              <a:t>FastAPI</a:t>
            </a:r>
            <a:r>
              <a:rPr lang="en-IN" dirty="0"/>
              <a:t> (High-performance, asynchronous REST API)</a:t>
            </a:r>
          </a:p>
          <a:p>
            <a:pPr lvl="0"/>
            <a:r>
              <a:rPr lang="en-IN" dirty="0"/>
              <a:t>Language: Python 3.x</a:t>
            </a:r>
          </a:p>
          <a:p>
            <a:pPr lvl="0"/>
            <a:r>
              <a:rPr lang="en-IN" dirty="0"/>
              <a:t>Server: </a:t>
            </a:r>
            <a:r>
              <a:rPr lang="en-IN" dirty="0" err="1"/>
              <a:t>Uvicorn</a:t>
            </a:r>
            <a:r>
              <a:rPr lang="en-IN" dirty="0"/>
              <a:t> (ASGI web server)</a:t>
            </a:r>
          </a:p>
          <a:p>
            <a:pPr lvl="0"/>
            <a:endParaRPr lang="en-IN" dirty="0"/>
          </a:p>
          <a:p>
            <a:r>
              <a:rPr lang="en-IN" b="1" dirty="0"/>
              <a:t>AI &amp; Machine Learning Specifications</a:t>
            </a:r>
          </a:p>
          <a:p>
            <a:pPr lvl="0"/>
            <a:r>
              <a:rPr lang="en-IN" dirty="0"/>
              <a:t>Large Language Model (LLM): Meta Llama-3 (8 Billion Parameters, Instruct-tuned)</a:t>
            </a:r>
          </a:p>
          <a:p>
            <a:pPr lvl="0"/>
            <a:r>
              <a:rPr lang="en-IN" dirty="0"/>
              <a:t>Inference Engine: GPT4All Python Bindings (Hardware-agnostic, edge-computing engine)</a:t>
            </a:r>
          </a:p>
          <a:p>
            <a:pPr lvl="0"/>
            <a:r>
              <a:rPr lang="en-IN" dirty="0"/>
              <a:t>Vector Database: </a:t>
            </a:r>
            <a:r>
              <a:rPr lang="en-IN" dirty="0" err="1"/>
              <a:t>ChromaDB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Document Processing: PyPDF2 for text extraction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GPU Implementation</a:t>
            </a:r>
            <a:br>
              <a:rPr lang="en-IN" dirty="0"/>
            </a:br>
            <a:r>
              <a:rPr lang="en-IN" dirty="0"/>
              <a:t>Retrieval (RAG) Layer: Embedding models with GPU memory alongside the LLM </a:t>
            </a:r>
          </a:p>
          <a:p>
            <a:pPr lvl="0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94300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F8082-3BC1-0559-5045-CA0CA462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just"/>
            <a:fld id="{D2BE2297-DC8B-48E6-B6D6-34773F9A5984}" type="datetime1">
              <a:rPr lang="en-IN" smtClean="0"/>
              <a:pPr algn="just"/>
              <a:t>24-08-2026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D8281-3CF2-26ED-5C0E-16783047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32F6845-8F47-4AB8-B9CE-96D88E741707}" type="slidenum">
              <a:rPr lang="en-IN" smtClean="0"/>
              <a:pPr algn="just"/>
              <a:t>8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E6C19-7BD6-2DE3-B808-4DA17B1A1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120" y="1970663"/>
            <a:ext cx="1295512" cy="838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B6708-BC0B-CB43-E67A-F3470CD8B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120" y="2120663"/>
            <a:ext cx="594412" cy="60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630802-172B-5622-BA85-78B0F711A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120" y="2270663"/>
            <a:ext cx="594412" cy="609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1560A-28FF-8766-95B1-64FD8FFF9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658" y="713366"/>
            <a:ext cx="2659335" cy="2598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87847F-6A98-784E-9A59-28CA2C74C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527" y="554946"/>
            <a:ext cx="5229273" cy="2360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C181A5-366B-555E-2D49-9A1BB163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761" y="3469817"/>
            <a:ext cx="4486003" cy="2352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CEDB12-12DD-6F7A-919D-45EF2D9F6E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5964" y="3075091"/>
            <a:ext cx="5229272" cy="26639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CC5A50-F78D-FCEA-F4E3-D3004C276F08}"/>
              </a:ext>
            </a:extLst>
          </p:cNvPr>
          <p:cNvSpPr txBox="1"/>
          <p:nvPr/>
        </p:nvSpPr>
        <p:spPr>
          <a:xfrm>
            <a:off x="255707" y="179249"/>
            <a:ext cx="3004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0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/>
              <a:t>Learning Complex NLP &amp; Transformer Models </a:t>
            </a:r>
          </a:p>
          <a:p>
            <a:pPr lvl="0"/>
            <a:r>
              <a:rPr lang="en-IN" dirty="0"/>
              <a:t>Mastering CUDA &amp; GPU Computing for AI </a:t>
            </a:r>
          </a:p>
          <a:p>
            <a:pPr lvl="0"/>
            <a:r>
              <a:rPr lang="en-IN" dirty="0"/>
              <a:t>Understanding Kubernetes Container Orchestration </a:t>
            </a:r>
          </a:p>
          <a:p>
            <a:pPr lvl="0"/>
            <a:r>
              <a:rPr lang="en-IN" dirty="0"/>
              <a:t>Overcoming the limitations of linear "Naive RAG" pipelines by developing robust Hybrid search algorithms.</a:t>
            </a:r>
          </a:p>
          <a:p>
            <a:pPr lvl="0"/>
            <a:r>
              <a:rPr lang="en-IN" dirty="0"/>
              <a:t>Resolving silent, cascading API failures caused by environment variable mismatches between local and production deployments.</a:t>
            </a:r>
          </a:p>
          <a:p>
            <a:pPr lvl="0"/>
            <a:r>
              <a:rPr lang="en-IN" dirty="0"/>
              <a:t>Bypassing rate-limiting bottlenecks from third-party news APIs via redundant failover orchestration.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altLang="en-US" dirty="0"/>
              <a:t>https://github.com/ROHAN-BLAZEY/bharat-study-chatbot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621</Words>
  <Application>Microsoft Office PowerPoint</Application>
  <PresentationFormat>Widescreen</PresentationFormat>
  <Paragraphs>100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</vt:lpstr>
      <vt:lpstr>Working domain, technology</vt:lpstr>
      <vt:lpstr>Overview</vt:lpstr>
      <vt:lpstr>Objectives of the work</vt:lpstr>
      <vt:lpstr>PowerPoint Presentation</vt:lpstr>
      <vt:lpstr>PowerPoint Presentation</vt:lpstr>
      <vt:lpstr>Challenges Faced in Internship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Rohan Blazey</cp:lastModifiedBy>
  <cp:revision>734</cp:revision>
  <dcterms:created xsi:type="dcterms:W3CDTF">2022-10-14T07:18:00Z</dcterms:created>
  <dcterms:modified xsi:type="dcterms:W3CDTF">2026-08-24T13:45:10Z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98DF46583141491C9AEB5CD823474D13_13</vt:lpwstr>
  </property>
</Properties>
</file>