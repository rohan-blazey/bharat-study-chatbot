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19/08/2026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19-08-2026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t>19-08-2026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19-08-2026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19-08-2026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19-08-2026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19-08-2026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19-08-2026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19-08-2026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19-08-2026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19-08-2026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19-08-2026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19-08-2026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Asst.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Prof.</a:t>
            </a:r>
            <a:r>
              <a:rPr lang="en-IN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John Bennet J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Artificial Intelligence &amp; Advanced Computing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 AI Summer Internship Program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altLang="en-US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Prof. Zafar Ali Khan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CSS7000 - INTERNSHIP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 Presentation 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Bharat Study Chatbot: </a:t>
            </a:r>
            <a:r>
              <a:rPr lang="en-US" alt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 Enterprise Based AI Study Companion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ROHAN BLAZEY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20241CAI0078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5CAI02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lvl="0"/>
            <a:r>
              <a:rPr lang="en-IN" dirty="0"/>
              <a:t>NVIDIA Accelerated AI Centre of Excellence </a:t>
            </a:r>
          </a:p>
          <a:p>
            <a:pPr lvl="0"/>
            <a:r>
              <a:rPr lang="en-IN" dirty="0"/>
              <a:t>NVIDIA - Leading AI and GPU Computing Company </a:t>
            </a:r>
          </a:p>
          <a:p>
            <a:pPr lvl="0"/>
            <a:r>
              <a:rPr lang="en-IN" dirty="0"/>
              <a:t>Focus: Accelerating AI, HPC, and Deep Learning </a:t>
            </a:r>
          </a:p>
          <a:p>
            <a:pPr lvl="0"/>
            <a:r>
              <a:rPr lang="en-IN" dirty="0"/>
              <a:t>NVIDIA H200 GPU: Advanced AI Accelerator with Hopper Architecture </a:t>
            </a:r>
          </a:p>
          <a:p>
            <a:pPr lvl="0"/>
            <a:r>
              <a:rPr lang="en-IN" dirty="0"/>
              <a:t>Applications: ML, DL, Computer Vision, NLP, Generative AI </a:t>
            </a:r>
          </a:p>
          <a:p>
            <a:pPr lvl="0"/>
            <a:r>
              <a:rPr lang="en-IN" dirty="0"/>
              <a:t>Mission: Supporting next-generation AI infrastructure and education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lvl="0"/>
            <a:r>
              <a:rPr lang="en-IN" dirty="0"/>
              <a:t>Domain: Educational AI &amp; Natural Language Processing </a:t>
            </a:r>
          </a:p>
          <a:p>
            <a:pPr lvl="0"/>
            <a:r>
              <a:rPr lang="en-IN" dirty="0"/>
              <a:t>Enterprise-Grade Retrieval-Augmented Generation (RAG)</a:t>
            </a:r>
          </a:p>
          <a:p>
            <a:pPr lvl="0"/>
            <a:r>
              <a:rPr lang="en-IN" dirty="0"/>
              <a:t>Hybrid Search Pipeline combining Semantic Vectors (</a:t>
            </a:r>
            <a:r>
              <a:rPr lang="en-IN" dirty="0" err="1"/>
              <a:t>ChromaDB</a:t>
            </a:r>
            <a:r>
              <a:rPr lang="en-IN" dirty="0"/>
              <a:t>) and Lexical Matching (BM25)</a:t>
            </a:r>
          </a:p>
          <a:p>
            <a:pPr lvl="0"/>
            <a:r>
              <a:rPr lang="en-IN" dirty="0"/>
              <a:t>Real-Time API Orchestration for Current Affairs Aggregation</a:t>
            </a:r>
          </a:p>
          <a:p>
            <a:pPr lvl="0"/>
            <a:r>
              <a:rPr lang="en-IN" dirty="0"/>
              <a:t>Neural Machine Translation across 12 Regional Indian Languages</a:t>
            </a:r>
          </a:p>
          <a:p>
            <a:pPr lvl="0"/>
            <a:r>
              <a:rPr lang="en-IN" dirty="0"/>
              <a:t>Interactive Web Application Development </a:t>
            </a:r>
          </a:p>
          <a:p>
            <a:pPr lvl="0"/>
            <a:r>
              <a:rPr lang="en-IN" dirty="0"/>
              <a:t>CUDA &amp; GPU-Accelerated Computing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lvl="0"/>
            <a:r>
              <a:rPr lang="en-IN" dirty="0"/>
              <a:t>Project: Bharat Study Chatbot</a:t>
            </a:r>
          </a:p>
          <a:p>
            <a:pPr lvl="0"/>
            <a:r>
              <a:rPr lang="en-IN" dirty="0"/>
              <a:t>Team Structure: Individual Project - Rohan Blazey </a:t>
            </a:r>
          </a:p>
          <a:p>
            <a:pPr lvl="0"/>
            <a:r>
              <a:rPr lang="en-IN" dirty="0"/>
              <a:t>Mentorship: NVIDIA AI Centre of Excellence </a:t>
            </a:r>
          </a:p>
          <a:p>
            <a:pPr lvl="0"/>
            <a:r>
              <a:rPr lang="en-IN" dirty="0"/>
              <a:t>Supervisor: Asst. Prof. John Bennet J</a:t>
            </a:r>
          </a:p>
          <a:p>
            <a:pPr lvl="0"/>
            <a:r>
              <a:rPr lang="en-IN" dirty="0"/>
              <a:t>Technologies: Next.js, </a:t>
            </a:r>
            <a:r>
              <a:rPr lang="en-IN" dirty="0" err="1"/>
              <a:t>FastAPI</a:t>
            </a:r>
            <a:r>
              <a:rPr lang="en-IN" dirty="0"/>
              <a:t>, Python, </a:t>
            </a:r>
            <a:r>
              <a:rPr lang="en-IN" dirty="0" err="1"/>
              <a:t>ChromaDB</a:t>
            </a:r>
            <a:r>
              <a:rPr lang="en-IN" dirty="0"/>
              <a:t>, Hugging Face</a:t>
            </a:r>
          </a:p>
          <a:p>
            <a:pPr lvl="0"/>
            <a:r>
              <a:rPr lang="en-IN" dirty="0"/>
              <a:t>Infrastructure: NVIDIA H200 GPU, Kubernetes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lvl="0"/>
            <a:r>
              <a:rPr lang="en-IN" dirty="0"/>
              <a:t>Learning Complex NLP &amp; Transformer Models </a:t>
            </a:r>
          </a:p>
          <a:p>
            <a:pPr lvl="0"/>
            <a:r>
              <a:rPr lang="en-IN" dirty="0"/>
              <a:t>Mastering CUDA &amp; GPU Computing for AI </a:t>
            </a:r>
          </a:p>
          <a:p>
            <a:pPr lvl="0"/>
            <a:r>
              <a:rPr lang="en-IN" dirty="0"/>
              <a:t>Understanding Kubernetes Container Orchestration </a:t>
            </a:r>
          </a:p>
          <a:p>
            <a:pPr lvl="0"/>
            <a:r>
              <a:rPr lang="en-IN" dirty="0"/>
              <a:t>Overcoming the limitations of linear "Naive RAG" pipelines by developing robust Hybrid search algorithms.</a:t>
            </a:r>
          </a:p>
          <a:p>
            <a:pPr lvl="0"/>
            <a:r>
              <a:rPr lang="en-IN" dirty="0"/>
              <a:t>Resolving silent, cascading API failures caused by environment variable mismatches between local and production deployments.</a:t>
            </a:r>
          </a:p>
          <a:p>
            <a:pPr lvl="0"/>
            <a:r>
              <a:rPr lang="en-IN" dirty="0"/>
              <a:t>Bypassing rate-limiting bottlenecks from third-party news APIs via redundant failover orchestration.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Automate educational assessment workflows </a:t>
            </a:r>
          </a:p>
          <a:p>
            <a:pPr lvl="0"/>
            <a:r>
              <a:rPr lang="en-IN" dirty="0"/>
              <a:t>Provide absolute factual determinism by eliminating AI hallucinations in competitive exam preparation (UPSC, NDA, GATE).</a:t>
            </a:r>
          </a:p>
          <a:p>
            <a:pPr lvl="0"/>
            <a:r>
              <a:rPr lang="en-IN" dirty="0"/>
              <a:t>Ensure computational sovereignty and zero recurring costs by utilizing local, open-source LLMs (Llama-3.2-3B).</a:t>
            </a:r>
          </a:p>
          <a:p>
            <a:pPr lvl="0"/>
            <a:r>
              <a:rPr lang="en-IN" dirty="0"/>
              <a:t>Bridge India's digital and linguistic divide via a low-latency, 12-language localization pipeline.</a:t>
            </a:r>
          </a:p>
          <a:p>
            <a:pPr lvl="0"/>
            <a:r>
              <a:rPr lang="en-IN" dirty="0"/>
              <a:t>Deploy a universally accessible Progressive Web Application (PWA) to serve resource-constrained mobile hardware in rural demographics.</a:t>
            </a:r>
          </a:p>
          <a:p>
            <a:pPr lvl="0"/>
            <a:r>
              <a:rPr lang="en-IN" dirty="0"/>
              <a:t>Demonstrate practical AI/ML application in EdTech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altLang="en-US" dirty="0"/>
              <a:t>https://github.com/ROHAN-BLAZEY/bharat-study-chatbot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481</Words>
  <Application>Microsoft Office PowerPoint</Application>
  <PresentationFormat>Widescreen</PresentationFormat>
  <Paragraphs>76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Rohan Blazey</cp:lastModifiedBy>
  <cp:revision>725</cp:revision>
  <dcterms:created xsi:type="dcterms:W3CDTF">2022-10-14T07:18:00Z</dcterms:created>
  <dcterms:modified xsi:type="dcterms:W3CDTF">2026-08-19T02:16:11Z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98DF46583141491C9AEB5CD823474D13_13</vt:lpwstr>
  </property>
</Properties>
</file>