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9" r:id="rId2"/>
    <p:sldId id="260" r:id="rId3"/>
    <p:sldId id="263" r:id="rId4"/>
    <p:sldId id="265" r:id="rId5"/>
    <p:sldId id="261" r:id="rId6"/>
    <p:sldId id="262" r:id="rId7"/>
    <p:sldId id="270" r:id="rId8"/>
    <p:sldId id="264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73" autoAdjust="0"/>
    <p:restoredTop sz="94660"/>
  </p:normalViewPr>
  <p:slideViewPr>
    <p:cSldViewPr snapToGrid="0">
      <p:cViewPr varScale="1">
        <p:scale>
          <a:sx n="85" d="100"/>
          <a:sy n="85" d="100"/>
        </p:scale>
        <p:origin x="70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t>22/08/2026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t>‹#›</a:t>
            </a:fld>
            <a:endParaRPr lang="en-GB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IN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Asst. 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Prof.</a:t>
            </a:r>
            <a:r>
              <a:rPr lang="en-IN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John Bennet J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Professor / Associate Professor / 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Presidency School of </a:t>
            </a:r>
            <a:r>
              <a:rPr lang="en-US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Artificial Intelligence &amp; Advanced Computing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Program:  AI Summer Internship Program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HoD: </a:t>
            </a:r>
            <a:r>
              <a:rPr lang="en-IN" alt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Prof. Zafar Ali Khan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 Internship Coordinator:  Mr. Anandan B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School Internship Coordinator:  Dr.  Geetha Arjunan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			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9" name="Title 1"/>
          <p:cNvSpPr txBox="1"/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  <a:defRPr sz="2800" b="1" i="0" u="none" strike="noStrike" cap="none">
                <a:solidFill>
                  <a:srgbClr val="17365D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CSS7000 - INTERNSHIP</a:t>
            </a:r>
            <a:br>
              <a:rPr lang="en-IN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Review- Presentation </a:t>
            </a:r>
            <a:b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r>
              <a:rPr lang="en-IN" alt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Bharat Study Chatbot: </a:t>
            </a:r>
            <a:r>
              <a:rPr lang="en-US" alt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An Enterprise Based AI Study Companion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1909" y="1911875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0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ROHAN BLAZEY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20241CAI0078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5CAI02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en-IN" sz="32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verview</a:t>
            </a:r>
            <a:endParaRPr lang="en-IN" sz="32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/>
          </a:bodyPr>
          <a:lstStyle/>
          <a:p>
            <a:pPr lvl="0"/>
            <a:r>
              <a:rPr lang="en-IN" dirty="0"/>
              <a:t>Project: Bharat Study Chatbot – An AI Study Companion</a:t>
            </a:r>
          </a:p>
          <a:p>
            <a:pPr lvl="0"/>
            <a:r>
              <a:rPr lang="en-IN" dirty="0"/>
              <a:t>Team Structure: Individual Project - Rohan Blazey </a:t>
            </a:r>
          </a:p>
          <a:p>
            <a:pPr lvl="0"/>
            <a:r>
              <a:rPr lang="en-IN" dirty="0"/>
              <a:t>Mentorship: NVIDIA AI Centre of Excellence </a:t>
            </a:r>
          </a:p>
          <a:p>
            <a:pPr lvl="0"/>
            <a:r>
              <a:rPr lang="en-IN" dirty="0"/>
              <a:t>Supervisor: Asst. Prof. John Bennet J</a:t>
            </a:r>
          </a:p>
          <a:p>
            <a:pPr lvl="0"/>
            <a:r>
              <a:rPr lang="en-IN" dirty="0"/>
              <a:t>Technologies: Next.js, </a:t>
            </a:r>
            <a:r>
              <a:rPr lang="en-IN" dirty="0" err="1"/>
              <a:t>FastAPI</a:t>
            </a:r>
            <a:r>
              <a:rPr lang="en-IN" dirty="0"/>
              <a:t>, Python, </a:t>
            </a:r>
            <a:r>
              <a:rPr lang="en-IN" dirty="0" err="1"/>
              <a:t>ChromaDB</a:t>
            </a:r>
            <a:r>
              <a:rPr lang="en-IN" dirty="0"/>
              <a:t>, Hugging Face</a:t>
            </a:r>
          </a:p>
          <a:p>
            <a:pPr lvl="0"/>
            <a:r>
              <a:rPr lang="en-IN" dirty="0"/>
              <a:t>Infrastructure: The infrastructure operates as a zero-cost Edge AI system running entirely on a local laptop CPU and Wi-Fi network, with cross-device accessibility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3</a:t>
            </a:fld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IN" dirty="0"/>
              <a:t>Automate educational assessment workflows </a:t>
            </a:r>
          </a:p>
          <a:p>
            <a:pPr lvl="0"/>
            <a:r>
              <a:rPr lang="en-IN" dirty="0"/>
              <a:t>Provide absolute factual determinism by eliminating AI hallucinations in competitive exam preparation (UPSC, NDA, GATE).</a:t>
            </a:r>
          </a:p>
          <a:p>
            <a:pPr lvl="0"/>
            <a:r>
              <a:rPr lang="en-IN" dirty="0"/>
              <a:t>Ensure computational sovereignty and zero recurring costs by utilizing local, open-source LLMs (Llama-3.2-3.8B).</a:t>
            </a:r>
          </a:p>
          <a:p>
            <a:pPr lvl="0"/>
            <a:r>
              <a:rPr lang="en-IN" dirty="0"/>
              <a:t>Bridge India's digital and linguistic divide via a low-latency, 12-language localization pipeline.</a:t>
            </a:r>
          </a:p>
          <a:p>
            <a:pPr lvl="0"/>
            <a:r>
              <a:rPr lang="en-IN" dirty="0"/>
              <a:t>Deploy a universally accessible Progressive Web Application (PWA) to serve resource-constrained mobile hardware in rural demographics.</a:t>
            </a:r>
          </a:p>
          <a:p>
            <a:pPr lvl="0"/>
            <a:r>
              <a:rPr lang="en-IN" dirty="0"/>
              <a:t>Demonstrate practical AI/ML application in EdTech 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4</a:t>
            </a:fld>
            <a:endParaRPr lang="en-US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045031"/>
            <a:ext cx="10515600" cy="4193176"/>
          </a:xfrm>
        </p:spPr>
        <p:txBody>
          <a:bodyPr/>
          <a:lstStyle/>
          <a:p>
            <a:pPr lvl="0"/>
            <a:r>
              <a:rPr lang="en-IN" dirty="0"/>
              <a:t>NVIDIA Accelerated AI Centre of Excellence </a:t>
            </a:r>
          </a:p>
          <a:p>
            <a:pPr lvl="0"/>
            <a:r>
              <a:rPr lang="en-IN" dirty="0"/>
              <a:t>NVIDIA - Leading AI and GPU Computing Company </a:t>
            </a:r>
          </a:p>
          <a:p>
            <a:pPr lvl="0"/>
            <a:r>
              <a:rPr lang="en-IN" dirty="0"/>
              <a:t>Focus: Accelerating AI, HPC, and Deep Learning </a:t>
            </a:r>
          </a:p>
          <a:p>
            <a:pPr lvl="0"/>
            <a:r>
              <a:rPr lang="en-IN" dirty="0"/>
              <a:t>NVIDIA H200 GPU: Advanced AI Accelerator with Hopper Architecture </a:t>
            </a:r>
          </a:p>
          <a:p>
            <a:pPr lvl="0"/>
            <a:r>
              <a:rPr lang="en-IN" dirty="0"/>
              <a:t>Applications: ML, DL, Computer Vision, NLP, Generative AI </a:t>
            </a:r>
          </a:p>
          <a:p>
            <a:pPr lvl="0"/>
            <a:r>
              <a:rPr lang="en-IN" dirty="0"/>
              <a:t>Mission: Supporting next-generation AI infrastructure and education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5</a:t>
            </a:fld>
            <a:endParaRPr lang="en-US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lvl="0"/>
            <a:r>
              <a:rPr lang="en-IN" dirty="0"/>
              <a:t>Domain: Educational AI &amp; Natural Language Processing </a:t>
            </a:r>
          </a:p>
          <a:p>
            <a:pPr lvl="0"/>
            <a:r>
              <a:rPr lang="en-IN" dirty="0"/>
              <a:t>Enterprise-Grade Retrieval-Augmented Generation (RAG)</a:t>
            </a:r>
          </a:p>
          <a:p>
            <a:pPr lvl="0"/>
            <a:r>
              <a:rPr lang="en-IN" dirty="0"/>
              <a:t>Hybrid Search Pipeline combining Semantic Vectors (</a:t>
            </a:r>
            <a:r>
              <a:rPr lang="en-IN" dirty="0" err="1"/>
              <a:t>ChromaDB</a:t>
            </a:r>
            <a:r>
              <a:rPr lang="en-IN" dirty="0"/>
              <a:t>) and Lexical Matching (BM25)</a:t>
            </a:r>
          </a:p>
          <a:p>
            <a:pPr lvl="0"/>
            <a:r>
              <a:rPr lang="en-IN" dirty="0"/>
              <a:t>Real-Time API Orchestration for Current Affairs Aggregation</a:t>
            </a:r>
          </a:p>
          <a:p>
            <a:pPr lvl="0"/>
            <a:r>
              <a:rPr lang="en-IN" dirty="0"/>
              <a:t>Neural Machine Translation across 12 Regional Indian Languages</a:t>
            </a:r>
          </a:p>
          <a:p>
            <a:pPr lvl="0"/>
            <a:r>
              <a:rPr lang="en-IN" dirty="0"/>
              <a:t>Interactive Web Application Development </a:t>
            </a:r>
          </a:p>
          <a:p>
            <a:pPr lvl="0"/>
            <a:r>
              <a:rPr lang="en-IN" dirty="0"/>
              <a:t>CUDA &amp; GPU-Accelerated Computing 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6</a:t>
            </a:fld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CB2264-2444-834A-7E85-E7D089E9F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22-08-2026</a:t>
            </a:fld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A0F944-B514-843C-6F1E-0240A5C69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7</a:t>
            </a:fld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ECE51A-FE0A-B786-A06E-69AEE9C1C5A0}"/>
              </a:ext>
            </a:extLst>
          </p:cNvPr>
          <p:cNvSpPr txBox="1"/>
          <p:nvPr/>
        </p:nvSpPr>
        <p:spPr>
          <a:xfrm>
            <a:off x="98612" y="0"/>
            <a:ext cx="1209338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Frontend Specifications</a:t>
            </a:r>
          </a:p>
          <a:p>
            <a:pPr lvl="0"/>
            <a:r>
              <a:rPr lang="en-IN" dirty="0"/>
              <a:t>Framework: Next.js (React.js) with App Router</a:t>
            </a:r>
          </a:p>
          <a:p>
            <a:pPr lvl="0"/>
            <a:r>
              <a:rPr lang="en-IN" dirty="0"/>
              <a:t>Language and Styling: TypeScript / JavaScript  and CSS</a:t>
            </a:r>
          </a:p>
          <a:p>
            <a:pPr lvl="0"/>
            <a:r>
              <a:rPr lang="en-IN" dirty="0"/>
              <a:t>Native Web APIs: Web Speech API (for Text-to-Speech audio generation)</a:t>
            </a:r>
          </a:p>
          <a:p>
            <a:pPr lvl="0"/>
            <a:endParaRPr lang="en-IN" dirty="0"/>
          </a:p>
          <a:p>
            <a:r>
              <a:rPr lang="en-IN" dirty="0"/>
              <a:t>Backend Specifications</a:t>
            </a:r>
          </a:p>
          <a:p>
            <a:pPr lvl="0"/>
            <a:r>
              <a:rPr lang="en-IN" dirty="0"/>
              <a:t>Framework: </a:t>
            </a:r>
            <a:r>
              <a:rPr lang="en-IN" dirty="0" err="1"/>
              <a:t>FastAPI</a:t>
            </a:r>
            <a:r>
              <a:rPr lang="en-IN" dirty="0"/>
              <a:t> (High-performance, asynchronous REST API)</a:t>
            </a:r>
          </a:p>
          <a:p>
            <a:pPr lvl="0"/>
            <a:r>
              <a:rPr lang="en-IN" dirty="0"/>
              <a:t>Language: Python 3.x</a:t>
            </a:r>
          </a:p>
          <a:p>
            <a:pPr lvl="0"/>
            <a:r>
              <a:rPr lang="en-IN" dirty="0"/>
              <a:t>Server: </a:t>
            </a:r>
            <a:r>
              <a:rPr lang="en-IN" dirty="0" err="1"/>
              <a:t>Uvicorn</a:t>
            </a:r>
            <a:r>
              <a:rPr lang="en-IN" dirty="0"/>
              <a:t> (ASGI web server)</a:t>
            </a:r>
          </a:p>
          <a:p>
            <a:pPr lvl="0"/>
            <a:endParaRPr lang="en-IN" dirty="0"/>
          </a:p>
          <a:p>
            <a:r>
              <a:rPr lang="en-IN" dirty="0"/>
              <a:t>AI &amp; Machine Learning Specs</a:t>
            </a:r>
          </a:p>
          <a:p>
            <a:pPr lvl="0"/>
            <a:r>
              <a:rPr lang="en-IN" dirty="0"/>
              <a:t>Large Language Model (LLM): Meta Llama-3 (8 Billion Parameters, Instruct-tuned)</a:t>
            </a:r>
          </a:p>
          <a:p>
            <a:pPr lvl="0"/>
            <a:r>
              <a:rPr lang="en-IN" dirty="0"/>
              <a:t>Inference Engine: GPT4All Python Bindings (Hardware-agnostic, edge-computing engine)</a:t>
            </a:r>
          </a:p>
          <a:p>
            <a:pPr lvl="0"/>
            <a:r>
              <a:rPr lang="en-IN" dirty="0"/>
              <a:t>Vector Database: </a:t>
            </a:r>
            <a:r>
              <a:rPr lang="en-IN" dirty="0" err="1"/>
              <a:t>ChromaDB</a:t>
            </a:r>
            <a:r>
              <a:rPr lang="en-IN" dirty="0"/>
              <a:t> </a:t>
            </a:r>
          </a:p>
          <a:p>
            <a:pPr lvl="0"/>
            <a:r>
              <a:rPr lang="en-IN" dirty="0"/>
              <a:t>Document Processing: PyPDF2 for text extraction</a:t>
            </a:r>
          </a:p>
          <a:p>
            <a:pPr lvl="0"/>
            <a:endParaRPr lang="en-IN" dirty="0"/>
          </a:p>
          <a:p>
            <a:r>
              <a:rPr lang="en-IN" dirty="0"/>
              <a:t>Architecture &amp; Deployment</a:t>
            </a:r>
          </a:p>
          <a:p>
            <a:pPr lvl="0"/>
            <a:r>
              <a:rPr lang="en-IN" dirty="0"/>
              <a:t>System Architecture: Decoupled Client-Server Architecture (REST API)</a:t>
            </a:r>
          </a:p>
          <a:p>
            <a:pPr lvl="0"/>
            <a:r>
              <a:rPr lang="en-IN" dirty="0"/>
              <a:t>Deployment Style: Edge AI / Local On-Premise Hosting</a:t>
            </a:r>
          </a:p>
          <a:p>
            <a:pPr lvl="0"/>
            <a:r>
              <a:rPr lang="en-IN" dirty="0"/>
              <a:t>Networking: Bound to Local Area Network (LAN) via 0.0.0.0</a:t>
            </a:r>
          </a:p>
          <a:p>
            <a:pPr lvl="0"/>
            <a:r>
              <a:rPr lang="en-IN" dirty="0"/>
              <a:t>Access Control: Allows cross-device access (Mobile/Tablet) via IPv4 routing without internet access</a:t>
            </a:r>
          </a:p>
        </p:txBody>
      </p:sp>
    </p:spTree>
    <p:extLst>
      <p:ext uri="{BB962C8B-B14F-4D97-AF65-F5344CB8AC3E}">
        <p14:creationId xmlns:p14="http://schemas.microsoft.com/office/powerpoint/2010/main" val="994300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lnSpcReduction="10000"/>
          </a:bodyPr>
          <a:lstStyle/>
          <a:p>
            <a:pPr lvl="0"/>
            <a:r>
              <a:rPr lang="en-IN" dirty="0"/>
              <a:t>Learning Complex NLP &amp; Transformer Models </a:t>
            </a:r>
          </a:p>
          <a:p>
            <a:pPr lvl="0"/>
            <a:r>
              <a:rPr lang="en-IN" dirty="0"/>
              <a:t>Mastering CUDA &amp; GPU Computing for AI </a:t>
            </a:r>
          </a:p>
          <a:p>
            <a:pPr lvl="0"/>
            <a:r>
              <a:rPr lang="en-IN" dirty="0"/>
              <a:t>Understanding Kubernetes Container Orchestration </a:t>
            </a:r>
          </a:p>
          <a:p>
            <a:pPr lvl="0"/>
            <a:r>
              <a:rPr lang="en-IN" dirty="0"/>
              <a:t>Overcoming the limitations of linear "Naive RAG" pipelines by developing robust Hybrid search algorithms.</a:t>
            </a:r>
          </a:p>
          <a:p>
            <a:pPr lvl="0"/>
            <a:r>
              <a:rPr lang="en-IN" dirty="0"/>
              <a:t>Resolving silent, cascading API failures caused by environment variable mismatches between local and production deployments.</a:t>
            </a:r>
          </a:p>
          <a:p>
            <a:pPr lvl="0"/>
            <a:r>
              <a:rPr lang="en-IN" dirty="0"/>
              <a:t>Bypassing rate-limiting bottlenecks from third-party news APIs via redundant failover orchestration.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8</a:t>
            </a:fld>
            <a:endParaRPr lang="en-US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9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r>
              <a:rPr lang="en-US" altLang="en-US" dirty="0"/>
              <a:t>https://github.com/ROHAN-BLAZEY/bharat-study-chatbot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6600" dirty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11</a:t>
            </a:fld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667</Words>
  <Application>Microsoft Office PowerPoint</Application>
  <PresentationFormat>Widescreen</PresentationFormat>
  <Paragraphs>99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Calibri Light</vt:lpstr>
      <vt:lpstr>Cambria</vt:lpstr>
      <vt:lpstr>Times New Roman</vt:lpstr>
      <vt:lpstr>Verdana</vt:lpstr>
      <vt:lpstr>Wingdings</vt:lpstr>
      <vt:lpstr>Office Theme</vt:lpstr>
      <vt:lpstr>PowerPoint Presentation</vt:lpstr>
      <vt:lpstr>Content</vt:lpstr>
      <vt:lpstr>Overview</vt:lpstr>
      <vt:lpstr>Objectives of the work</vt:lpstr>
      <vt:lpstr>About Company or Organization</vt:lpstr>
      <vt:lpstr>Working domain or the technology</vt:lpstr>
      <vt:lpstr>PowerPoint Presentation</vt:lpstr>
      <vt:lpstr>Challenges Faced in Internship</vt:lpstr>
      <vt:lpstr>Github Link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Rohan Blazey</cp:lastModifiedBy>
  <cp:revision>728</cp:revision>
  <dcterms:created xsi:type="dcterms:W3CDTF">2022-10-14T07:18:00Z</dcterms:created>
  <dcterms:modified xsi:type="dcterms:W3CDTF">2026-08-22T05:54:59Z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98DF46583141491C9AEB5CD823474D13_13</vt:lpwstr>
  </property>
</Properties>
</file>