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9" r:id="rId2"/>
    <p:sldId id="260" r:id="rId3"/>
    <p:sldId id="261" r:id="rId4"/>
    <p:sldId id="262" r:id="rId5"/>
    <p:sldId id="263" r:id="rId6"/>
    <p:sldId id="264" r:id="rId7"/>
    <p:sldId id="265" r:id="rId8"/>
    <p:sldId id="267" r:id="rId9"/>
    <p:sldId id="268" r:id="rId10"/>
    <p:sldId id="26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73" autoAdjust="0"/>
    <p:restoredTop sz="94660"/>
  </p:normalViewPr>
  <p:slideViewPr>
    <p:cSldViewPr snapToGrid="0">
      <p:cViewPr varScale="1">
        <p:scale>
          <a:sx n="85" d="100"/>
          <a:sy n="85" d="100"/>
        </p:scale>
        <p:origin x="70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8B91F7-0A31-4809-8E31-54F32ACD1E72}" type="datetimeFigureOut">
              <a:rPr lang="en-GB" smtClean="0"/>
              <a:t>22/08/2026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5A70FC-228F-4487-8E14-68CAD584041B}" type="slidenum">
              <a:rPr lang="en-GB" smtClean="0"/>
              <a:t>‹#›</a:t>
            </a:fld>
            <a:endParaRPr lang="en-GB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6083A-C1B7-4B46-82C5-289BB6E6D5A4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009650" cy="365125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64BFFB7-4443-4602-A990-B076C1CFE86C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8F52-857A-4C89-954C-57943DB51290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D7B4D-DDD6-4CA2-87A0-9BDD5E5268EC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0D9E5-0635-43A8-8973-488E7408FAF7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0CEA8-D591-4CC9-939A-A3BE6FD93E89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2297-DC8B-48E6-B6D6-34773F9A5984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A547-6E4B-4188-9BD5-035CB9C4BCC5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06E29-16A1-4AAE-B55B-4E3DB7265605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26915-BE00-456E-A9CA-DB9FE1FD674A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2D233-408A-4415-B919-B7ECAA5043E2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C608B-7A9F-4336-97A2-89908E443DAD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/>
          <p:nvPr/>
        </p:nvSpPr>
        <p:spPr>
          <a:xfrm>
            <a:off x="6525369" y="2109718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20204"/>
              <a:buNone/>
            </a:pP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Under the Supervision of,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20204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IN" alt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Asst. </a:t>
            </a: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Prof.</a:t>
            </a:r>
            <a:r>
              <a:rPr lang="en-IN" alt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 John Bennet J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Professor / Associate Professor / Assistant Professor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Presidency School of </a:t>
            </a:r>
            <a:r>
              <a:rPr lang="en-US" alt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 Artificial Intelligence &amp; Advanced Computing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Presidency University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20204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156411" y="4130278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20204"/>
              <a:buNone/>
            </a:pPr>
            <a:r>
              <a:rPr lang="en-US" sz="2000" b="1" i="0" u="none" strike="noStrike" cap="none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Program:  AI Summer Internship Program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20204"/>
              <a:buNone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HoD: </a:t>
            </a:r>
            <a:r>
              <a:rPr lang="en-IN" altLang="en-US" sz="2000" b="1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Prof. Zafar Ali Khan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20204"/>
              <a:buNone/>
            </a:pPr>
            <a:r>
              <a:rPr lang="en-US" sz="2000" b="1" i="0" u="none" strike="noStrike" cap="none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Program Internship Coordinator:  Mr. Anandan B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School Internship Coordinator:  Dr.  Geetha Arjunan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 													</a:t>
            </a:r>
            <a:endParaRPr sz="20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</p:txBody>
      </p:sp>
      <p:sp>
        <p:nvSpPr>
          <p:cNvPr id="9" name="Title 1"/>
          <p:cNvSpPr txBox="1"/>
          <p:nvPr/>
        </p:nvSpPr>
        <p:spPr>
          <a:xfrm>
            <a:off x="838200" y="130629"/>
            <a:ext cx="10515600" cy="156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604030504040204"/>
              <a:buNone/>
              <a:defRPr sz="2800" b="1" i="0" u="none" strike="noStrike" cap="none">
                <a:solidFill>
                  <a:srgbClr val="17365D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altLang="en-US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CSS7000 - INTERNSHIP</a:t>
            </a:r>
            <a:br>
              <a:rPr lang="en-IN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Review- Presentation </a:t>
            </a:r>
            <a:br>
              <a:rPr 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</a:br>
            <a:r>
              <a:rPr lang="en-IN" alt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Bharat Study Chatbot: </a:t>
            </a:r>
            <a:r>
              <a:rPr lang="en-US" alt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An Enterprise Based AI Study Companion</a:t>
            </a:r>
            <a:b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1909" y="1911875"/>
          <a:ext cx="532155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02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2263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Student Details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alt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ROHAN BLAZEY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Roll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alt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20241CAI0078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alt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5CAI02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604030504040204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Content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704516" y="902370"/>
            <a:ext cx="10668000" cy="4271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Roadmap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9904"/>
          </a:xfrm>
        </p:spPr>
        <p:txBody>
          <a:bodyPr/>
          <a:lstStyle/>
          <a:p>
            <a:r>
              <a:rPr lang="en-US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045031"/>
            <a:ext cx="10515600" cy="4193176"/>
          </a:xfrm>
        </p:spPr>
        <p:txBody>
          <a:bodyPr/>
          <a:lstStyle/>
          <a:p>
            <a:pPr lvl="0"/>
            <a:r>
              <a:rPr lang="en-IN" dirty="0"/>
              <a:t>NVIDIA Accelerated AI Centre of Excellence </a:t>
            </a:r>
          </a:p>
          <a:p>
            <a:pPr lvl="0"/>
            <a:r>
              <a:rPr lang="en-IN" dirty="0"/>
              <a:t>NVIDIA - Leading AI and GPU Computing Company </a:t>
            </a:r>
          </a:p>
          <a:p>
            <a:pPr lvl="0"/>
            <a:r>
              <a:rPr lang="en-IN" dirty="0"/>
              <a:t>Focus: Accelerating AI, HPC, and Deep Learning </a:t>
            </a:r>
          </a:p>
          <a:p>
            <a:pPr lvl="0"/>
            <a:r>
              <a:rPr lang="en-IN" dirty="0"/>
              <a:t>NVIDIA H200 GPU: Advanced AI Accelerator with Hopper Architecture </a:t>
            </a:r>
          </a:p>
          <a:p>
            <a:pPr lvl="0"/>
            <a:r>
              <a:rPr lang="en-IN" dirty="0"/>
              <a:t>Applications: ML, DL, Computer Vision, NLP, Generative AI </a:t>
            </a:r>
          </a:p>
          <a:p>
            <a:pPr lvl="0"/>
            <a:r>
              <a:rPr lang="en-IN" dirty="0"/>
              <a:t>Mission: Supporting next-generation AI infrastructure and education 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3</a:t>
            </a:fld>
            <a:endParaRPr lang="en-US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 lvl="0"/>
            <a:r>
              <a:rPr lang="en-IN" dirty="0"/>
              <a:t>Domain: Educational AI &amp; Natural Language Processing </a:t>
            </a:r>
          </a:p>
          <a:p>
            <a:pPr lvl="0"/>
            <a:r>
              <a:rPr lang="en-IN" dirty="0"/>
              <a:t>Enterprise-Grade Retrieval-Augmented Generation (RAG)</a:t>
            </a:r>
          </a:p>
          <a:p>
            <a:pPr lvl="0"/>
            <a:r>
              <a:rPr lang="en-IN" dirty="0"/>
              <a:t>Hybrid Search Pipeline combining Semantic Vectors (</a:t>
            </a:r>
            <a:r>
              <a:rPr lang="en-IN" dirty="0" err="1"/>
              <a:t>ChromaDB</a:t>
            </a:r>
            <a:r>
              <a:rPr lang="en-IN" dirty="0"/>
              <a:t>) and Lexical Matching (BM25)</a:t>
            </a:r>
          </a:p>
          <a:p>
            <a:pPr lvl="0"/>
            <a:r>
              <a:rPr lang="en-IN" dirty="0"/>
              <a:t>Real-Time API Orchestration for Current Affairs Aggregation</a:t>
            </a:r>
          </a:p>
          <a:p>
            <a:pPr lvl="0"/>
            <a:r>
              <a:rPr lang="en-IN" dirty="0"/>
              <a:t>Neural Machine Translation across 12 Regional Indian Languages</a:t>
            </a:r>
          </a:p>
          <a:p>
            <a:pPr lvl="0"/>
            <a:r>
              <a:rPr lang="en-IN" dirty="0"/>
              <a:t>Interactive Web Application Development </a:t>
            </a:r>
          </a:p>
          <a:p>
            <a:pPr lvl="0"/>
            <a:r>
              <a:rPr lang="en-IN" dirty="0"/>
              <a:t>CUDA &amp; GPU-Accelerated Computing 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4</a:t>
            </a:fld>
            <a:endParaRPr lang="en-US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 lvl="0"/>
            <a:r>
              <a:rPr lang="en-IN" dirty="0"/>
              <a:t>Project: Bharat Study Chatbot – An AI </a:t>
            </a:r>
            <a:r>
              <a:rPr lang="en-IN"/>
              <a:t>Study Companion</a:t>
            </a:r>
            <a:endParaRPr lang="en-IN" dirty="0"/>
          </a:p>
          <a:p>
            <a:pPr lvl="0"/>
            <a:r>
              <a:rPr lang="en-IN" dirty="0"/>
              <a:t>Team Structure: Individual Project - Rohan Blazey </a:t>
            </a:r>
          </a:p>
          <a:p>
            <a:pPr lvl="0"/>
            <a:r>
              <a:rPr lang="en-IN" dirty="0"/>
              <a:t>Mentorship: NVIDIA AI Centre of Excellence </a:t>
            </a:r>
          </a:p>
          <a:p>
            <a:pPr lvl="0"/>
            <a:r>
              <a:rPr lang="en-IN" dirty="0"/>
              <a:t>Supervisor: Asst. Prof. John Bennet J</a:t>
            </a:r>
          </a:p>
          <a:p>
            <a:pPr lvl="0"/>
            <a:r>
              <a:rPr lang="en-IN" dirty="0"/>
              <a:t>Technologies: Next.js, </a:t>
            </a:r>
            <a:r>
              <a:rPr lang="en-IN" dirty="0" err="1"/>
              <a:t>FastAPI</a:t>
            </a:r>
            <a:r>
              <a:rPr lang="en-IN" dirty="0"/>
              <a:t>, Python, </a:t>
            </a:r>
            <a:r>
              <a:rPr lang="en-IN" dirty="0" err="1"/>
              <a:t>ChromaDB</a:t>
            </a:r>
            <a:r>
              <a:rPr lang="en-IN" dirty="0"/>
              <a:t>, Hugging Face</a:t>
            </a:r>
          </a:p>
          <a:p>
            <a:pPr lvl="0"/>
            <a:r>
              <a:rPr lang="en-IN" dirty="0"/>
              <a:t>Infrastructure: NVIDIA H200 GPU, Kubernetes</a:t>
            </a: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5</a:t>
            </a:fld>
            <a:endParaRPr lang="en-US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 lnSpcReduction="10000"/>
          </a:bodyPr>
          <a:lstStyle/>
          <a:p>
            <a:pPr lvl="0"/>
            <a:r>
              <a:rPr lang="en-IN" dirty="0"/>
              <a:t>Learning Complex NLP &amp; Transformer Models </a:t>
            </a:r>
          </a:p>
          <a:p>
            <a:pPr lvl="0"/>
            <a:r>
              <a:rPr lang="en-IN" dirty="0"/>
              <a:t>Mastering CUDA &amp; GPU Computing for AI </a:t>
            </a:r>
          </a:p>
          <a:p>
            <a:pPr lvl="0"/>
            <a:r>
              <a:rPr lang="en-IN" dirty="0"/>
              <a:t>Understanding Kubernetes Container Orchestration </a:t>
            </a:r>
          </a:p>
          <a:p>
            <a:pPr lvl="0"/>
            <a:r>
              <a:rPr lang="en-IN" dirty="0"/>
              <a:t>Overcoming the limitations of linear "Naive RAG" pipelines by developing robust Hybrid search algorithms.</a:t>
            </a:r>
          </a:p>
          <a:p>
            <a:pPr lvl="0"/>
            <a:r>
              <a:rPr lang="en-IN" dirty="0"/>
              <a:t>Resolving silent, cascading API failures caused by environment variable mismatches between local and production deployments.</a:t>
            </a:r>
          </a:p>
          <a:p>
            <a:pPr lvl="0"/>
            <a:r>
              <a:rPr lang="en-IN" dirty="0"/>
              <a:t>Bypassing rate-limiting bottlenecks from third-party news APIs via redundant failover orchestration.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6</a:t>
            </a:fld>
            <a:endParaRPr lang="en-US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IN" dirty="0"/>
              <a:t>Automate educational assessment workflows </a:t>
            </a:r>
          </a:p>
          <a:p>
            <a:pPr lvl="0"/>
            <a:r>
              <a:rPr lang="en-IN" dirty="0"/>
              <a:t>Provide absolute factual determinism by eliminating AI hallucinations in competitive exam preparation (UPSC, NDA, GATE).</a:t>
            </a:r>
          </a:p>
          <a:p>
            <a:pPr lvl="0"/>
            <a:r>
              <a:rPr lang="en-IN" dirty="0"/>
              <a:t>Ensure computational sovereignty and zero recurring costs by utilizing local, open-source LLMs (Llama-3.2-3.8B).</a:t>
            </a:r>
          </a:p>
          <a:p>
            <a:pPr lvl="0"/>
            <a:r>
              <a:rPr lang="en-IN" dirty="0"/>
              <a:t>Bridge India's digital and linguistic divide via a low-latency, 12-language localization pipeline.</a:t>
            </a:r>
          </a:p>
          <a:p>
            <a:pPr lvl="0"/>
            <a:r>
              <a:rPr lang="en-IN" dirty="0"/>
              <a:t>Deploy a universally accessible Progressive Web Application (PWA) to serve resource-constrained mobile hardware in rural demographics.</a:t>
            </a:r>
          </a:p>
          <a:p>
            <a:pPr lvl="0"/>
            <a:r>
              <a:rPr lang="en-IN" dirty="0"/>
              <a:t>Demonstrate practical AI/ML application in EdTech </a:t>
            </a: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7</a:t>
            </a:fld>
            <a:endParaRPr lang="en-US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8</a:t>
            </a:fld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08" y="1061297"/>
            <a:ext cx="10515600" cy="4351338"/>
          </a:xfrm>
        </p:spPr>
        <p:txBody>
          <a:bodyPr/>
          <a:lstStyle/>
          <a:p>
            <a:r>
              <a:rPr lang="en-US" altLang="en-US" dirty="0"/>
              <a:t>https://github.com/ROHAN-BLAZEY/bharat-study-chatbot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accent1">
              <a:lumMod val="50000"/>
            </a:schemeClr>
          </a:solidFill>
        </p:spPr>
        <p:txBody>
          <a:bodyPr/>
          <a:lstStyle/>
          <a:p>
            <a:pPr marL="0" indent="0" algn="ctr">
              <a:buNone/>
            </a:pPr>
            <a:endParaRPr lang="en-US" sz="6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6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6600" dirty="0"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Q&amp;A</a:t>
            </a:r>
          </a:p>
          <a:p>
            <a:pPr marL="0" indent="0" algn="ctr">
              <a:buNone/>
            </a:pPr>
            <a:endParaRPr lang="en-US" sz="6600" dirty="0">
              <a:solidFill>
                <a:srgbClr val="A7118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7" descr="bd04924_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253" y="2150340"/>
            <a:ext cx="2841170" cy="3832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47258"/>
            <a:ext cx="10515600" cy="1214846"/>
          </a:xfrm>
        </p:spPr>
        <p:txBody>
          <a:bodyPr/>
          <a:lstStyle/>
          <a:p>
            <a:pPr marL="0" indent="0" algn="ctr">
              <a:buNone/>
            </a:pPr>
            <a:r>
              <a:rPr lang="en-US" sz="6600" dirty="0">
                <a:solidFill>
                  <a:srgbClr val="A711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10</a:t>
            </a:fld>
            <a:endParaRPr lang="en-US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494</Words>
  <Application>Microsoft Office PowerPoint</Application>
  <PresentationFormat>Widescreen</PresentationFormat>
  <Paragraphs>76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Calibri</vt:lpstr>
      <vt:lpstr>Calibri Light</vt:lpstr>
      <vt:lpstr>Cambria</vt:lpstr>
      <vt:lpstr>Times New Roman</vt:lpstr>
      <vt:lpstr>Verdana</vt:lpstr>
      <vt:lpstr>Wingdings</vt:lpstr>
      <vt:lpstr>Office Theme</vt:lpstr>
      <vt:lpstr>PowerPoint Presentation</vt:lpstr>
      <vt:lpstr>Content</vt:lpstr>
      <vt:lpstr>About Company or Organization</vt:lpstr>
      <vt:lpstr>Working domain or the technology</vt:lpstr>
      <vt:lpstr>About your team and reporting Manager</vt:lpstr>
      <vt:lpstr>Challenges Faced in Internship</vt:lpstr>
      <vt:lpstr>Objectives of the work</vt:lpstr>
      <vt:lpstr>Github Link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Gopalakrishnan N-Asst. Prof-CIV</dc:creator>
  <cp:lastModifiedBy>Rohan Blazey</cp:lastModifiedBy>
  <cp:revision>727</cp:revision>
  <dcterms:created xsi:type="dcterms:W3CDTF">2022-10-14T07:18:00Z</dcterms:created>
  <dcterms:modified xsi:type="dcterms:W3CDTF">2026-08-22T04:18:09Z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98DF46583141491C9AEB5CD823474D13_13</vt:lpwstr>
  </property>
</Properties>
</file>